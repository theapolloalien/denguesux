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B8C2CA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4632</c:v>
                </c:pt>
                <c:pt idx="1">
                  <c:v>22194</c:v>
                </c:pt>
                <c:pt idx="2">
                  <c:v>18326</c:v>
                </c:pt>
                <c:pt idx="3">
                  <c:v>11303</c:v>
                </c:pt>
                <c:pt idx="4">
                  <c:v>13179</c:v>
                </c:pt>
                <c:pt idx="5">
                  <c:v>2776</c:v>
                </c:pt>
                <c:pt idx="6">
                  <c:v>3285</c:v>
                </c:pt>
                <c:pt idx="7">
                  <c:v>15998</c:v>
                </c:pt>
                <c:pt idx="8">
                  <c:v>0</c:v>
                </c:pt>
                <c:pt idx="9">
                  <c:v>5264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16-954E-8BBA-05BF81998C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Outbreak year</c:v>
                </c:pt>
              </c:strCache>
            </c:strRef>
          </c:tx>
          <c:spPr>
            <a:solidFill>
              <a:srgbClr val="FF3621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35315</c:v>
                </c:pt>
                <c:pt idx="9">
                  <c:v>0</c:v>
                </c:pt>
                <c:pt idx="10">
                  <c:v>32175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16-954E-8BBA-05BF81998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0"/>
        </c:scaling>
        <c:delete val="0"/>
        <c:axPos val="l"/>
        <c:majorGridlines>
          <c:spPr>
            <a:ln w="6350" cap="flat">
              <a:solidFill>
                <a:srgbClr val="DDE2E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68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why it matters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DAISI Challenge Singapore 2026 · Round 1 · A2 — DengueRadar: Real-time outbreak forecasting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</a:t>
            </a:r>
            <a:r>
              <a:rPr lang="en-US" sz="1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DengueSUX</a:t>
            </a: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PROBLEM STATEMENT  </a:t>
            </a:r>
            <a:r>
              <a:rPr lang="en-US" sz="1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— DengueRadar: Real-time outbreak forecasting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IN ONE SENTENCE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Singapore's public view is strongest after cases are reported. DengueSUX makes earlier weather and cluster context visible while stating exactly when a current national forecast is unavailable.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AFFECTED, AND HOW BADLY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164,447 </a:t>
            </a:r>
            <a:r>
              <a:rPr lang="en-US" sz="14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dengue cases in Singapore from 2012–2022, including a record </a:t>
            </a:r>
            <a:r>
              <a:rPr lang="en-US" sz="1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35,315 in 2020</a:t>
            </a:r>
            <a:r>
              <a:rPr lang="en-US" sz="1400" b="1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4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1,792 in a single week at the peak. Repeat infections carry a higher risk of severe dengue.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8912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NOW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Outbreaks swing more than 10× between years (2,776 cases in 2017 vs 35,315 in 2020). Weather can provide leading context, but strain changes and reporting delays matter too. We therefore show a two-week backtest, a freshness-gated live mode, and dated local signals.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2194560"/>
            <a:ext cx="4617720" cy="2788920"/>
          </a:xfrm>
          <a:prstGeom prst="roundRect">
            <a:avLst>
              <a:gd name="adj" fmla="val 262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95160" y="2331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dengue cases, Singapore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Outbreak years highlighted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858000" y="2834640"/>
          <a:ext cx="44348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766560" y="505663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MOH Weekly Infectious Disease Bulletin, data.gov.sg (Dengue Fever + DHF)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5394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“I've had dengue three times. The third time, I almost died.”</a:t>
            </a:r>
            <a:r>
              <a:rPr lang="en-US" sz="1400" i="1" dirty="0"/>
              <a:t> </a:t>
            </a:r>
            <a:r>
              <a:rPr lang="en-US" sz="10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why we're building this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614476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Project  </a:t>
            </a:r>
            <a:r>
              <a:rPr lang="en-US" sz="900" b="1" kern="0" spc="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Joshua</a:t>
            </a:r>
            <a:r>
              <a:rPr lang="en-US" sz="9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Nanyang Technological University · Computer Engineering · Year 2 · POLO0002@e.ntu.edu.sg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&amp; data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DAISI Challenge Singapore 2026 · Round 1 · A2 — DengueRadar: Real-time outbreak forecasting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IN ONE SENTENCE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DengueSUX turns open data into a weekly plan: </a:t>
            </a:r>
            <a:r>
              <a:rPr lang="en-US" sz="1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areas to check first, which blocks to walk, and what to tell residents</a:t>
            </a:r>
            <a:r>
              <a:rPr lang="en-US" sz="14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backed by a 2-week national forecast tested on the 2022 outbreak.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IT, AND WHAT DECISION IT CHANGES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Town council officers and grassroots volunteers decide </a:t>
            </a:r>
            <a:r>
              <a:rPr lang="en-US" sz="13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inspect this week and in what order</a:t>
            </a:r>
            <a:r>
              <a:rPr lang="en-US" sz="13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starting from 8 ranked stops instead of a whole estate. Residents get a notice in their own language.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 FROM A GENERIC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32688" y="4233672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Street-level inspection plan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cluster blocks → 8 places to check on a 1.2 km OneMap walking route.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41605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21608" y="4233672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a real outbreak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2× more accurate than a simple average on 2022; turned High 11 weeks before the peak.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1206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32688" y="5193792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3139"/>
                </a:solidFill>
                <a:latin typeface="Arial" pitchFamily="34" charset="0"/>
                <a:cs typeface="Arial" pitchFamily="34" charset="-120"/>
              </a:rPr>
              <a:t>AI Analysis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drivers and a dated source on every figure. Places to check for fumigation and maintenance suggestions.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11880" y="51206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721608" y="5193792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residents' languages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 in English, 中文, Melayu and தமிழ், each passing 5 automatic fact checks.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0" y="1691640"/>
            <a:ext cx="4709160" cy="4343400"/>
          </a:xfrm>
          <a:prstGeom prst="roundRect">
            <a:avLst>
              <a:gd name="adj" fmla="val 1684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903720" y="185623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(ALL OPEN AND PUBLIC)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2221992"/>
            <a:ext cx="256032" cy="25603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03720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296912" y="21945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Infectious Disease Bulletin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 · 574 weeks of dengue cases, 2012–2022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624328"/>
            <a:ext cx="256032" cy="25603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90372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296912" y="25968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Rainfall, temperature &amp; humidity archives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 · 125M station readings, 2017–2022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3026664"/>
            <a:ext cx="256032" cy="25603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90372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29992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weather APIs (V2)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 · live station readings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3429000"/>
            <a:ext cx="256032" cy="25603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90372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34015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Dengue Clusters (GeoJSON)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 · live; archived daily since 24 Sep 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3831336"/>
            <a:ext cx="256032" cy="25603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903720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296912" y="38039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Plan 2025 Planning Areas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URA · 55 areas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4233672"/>
            <a:ext cx="256032" cy="25603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903720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296912" y="42062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 Property Information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 · matches cluster block addresses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4636008"/>
            <a:ext cx="256032" cy="25603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90372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296912" y="4608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Parks · Hawker Centres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NParks, NEA · candidate places to check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5038344"/>
            <a:ext cx="256032" cy="25603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903720" y="5038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96912" y="50109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OneMap Search &amp; Routing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· block locations and walking routes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554126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limits: </a:t>
            </a:r>
            <a:r>
              <a:rPr lang="en-US" sz="95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case data ends in 2022, so the forecast replays 2022 until recent weekly counts are approved. Area ranks are priorities, not local case predictions.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architecture &amp; impact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DAISI Challenge Singapore 2026 · Round 1 · A2 — DengueRadar: Real-time outbreak forecasting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947672" cy="1280160"/>
          </a:xfrm>
          <a:prstGeom prst="roundRect">
            <a:avLst>
              <a:gd name="adj" fmla="val 5714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41832" y="1755648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data.gov.sg + OneMap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Bulletin, weather, clusters, URA, HDB, parks, hawkers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752344" y="2103120"/>
            <a:ext cx="242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76372" y="1645920"/>
            <a:ext cx="1947672" cy="1280160"/>
          </a:xfrm>
          <a:prstGeom prst="roundRect">
            <a:avLst>
              <a:gd name="adj" fmla="val 5714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95244" y="1755648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Delta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Checksummed raw files; daily cluster snapshot job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905756" y="2103120"/>
            <a:ext cx="242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29784" y="1645920"/>
            <a:ext cx="1947672" cy="1280160"/>
          </a:xfrm>
          <a:prstGeom prst="roundRect">
            <a:avLst>
              <a:gd name="adj" fmla="val 5714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48656" y="1755648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→ Delta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Sun–Sat epi-weeks, 55-area panel, cluster → block → place joins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103120"/>
            <a:ext cx="242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83196" y="1645920"/>
            <a:ext cx="1947672" cy="1280160"/>
          </a:xfrm>
          <a:prstGeom prst="roundRect">
            <a:avLst>
              <a:gd name="adj" fmla="val 5714"/>
            </a:avLst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02068" y="1755648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D5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models, 39 folds (2019–21); gradient boosting won; SHAP drivers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212580" y="2103120"/>
            <a:ext cx="242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36608" y="1645920"/>
            <a:ext cx="1947672" cy="1280160"/>
          </a:xfrm>
          <a:prstGeom prst="roundRect">
            <a:avLst>
              <a:gd name="adj" fmla="val 5714"/>
            </a:avLst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555480" y="1755648"/>
            <a:ext cx="1709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Genie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D5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Map, inspection routes, 4-language notices via Foundation Model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017520"/>
            <a:ext cx="10561320" cy="365760"/>
          </a:xfrm>
          <a:prstGeom prst="roundRect">
            <a:avLst>
              <a:gd name="adj" fmla="val 15000"/>
            </a:avLst>
          </a:prstGeom>
          <a:solidFill>
            <a:srgbClr val="FFF4F2"/>
          </a:solidFill>
          <a:ln w="12700">
            <a:solidFill>
              <a:srgbClr val="FF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05840" y="3017520"/>
            <a:ext cx="10195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 </a:t>
            </a:r>
            <a:r>
              <a:rPr lang="en-US" sz="1100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governs every table: source receipts and checksums, lineage from raw file to forecast and route, access controls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566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DEMO</a:t>
            </a:r>
            <a:endParaRPr lang="en-US" sz="1100" dirty="0"/>
          </a:p>
        </p:txBody>
      </p:sp>
      <p:pic>
        <p:nvPicPr>
          <p:cNvPr id="23" name="Image 0" descr="slide3_insp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3383280" cy="18796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22960" y="5829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working: 8 places to check on a 1.2 km walking route around the largest cluster (real NEA, HDB, OneMap data).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411980" y="3566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411980" y="38862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off by ~83 people a week vs ~172 for a simple average: 52% lower error on the 2022 outbreak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Turned High 11 weeks before the 2022 peak, 1 week earlier than the simple average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start with 8 ranked stops instead of a whole estate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ready-to-review resident notices: 55 areas × 4 languages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3566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FINISH IN TWO WEEKS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38862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6 notebooks and daily job on Databricks Free Edition (serverless), with Unity Catalog tables and MLflow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scripted prototype assistant with a Genie space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forecast live once recent weekly case counts are approved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on cluster-growth ranking after 7+ days of snapshots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857</Words>
  <Application>Microsoft Macintosh PowerPoint</Application>
  <PresentationFormat>Widescreen</PresentationFormat>
  <Paragraphs>95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DengueSUX — DAISI Challenge Round 1</dc:title>
  <dc:subject>PptxGenJS Presentation</dc:subject>
  <dc:creator>PptxGenJS</dc:creator>
  <cp:lastModifiedBy>Apollo -</cp:lastModifiedBy>
  <cp:revision>2</cp:revision>
  <dcterms:created xsi:type="dcterms:W3CDTF">2026-09-24T08:25:58Z</dcterms:created>
  <dcterms:modified xsi:type="dcterms:W3CDTF">2026-09-24T08:52:38Z</dcterms:modified>
</cp:coreProperties>
</file>